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8851D-330B-EF4C-7F18-3C23EDFD54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26278E-A84A-1CC0-3B27-1854F45EB0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C8832-D164-F479-6116-060A27DE5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085E6-75C5-42CD-8DB5-B7823F7810DA}" type="datetimeFigureOut">
              <a:rPr lang="en-ID" smtClean="0"/>
              <a:t>05/03/2026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10FF5-BB47-B0B4-9201-F1251C810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E5F1C-B513-4C91-6C46-4CDCC906F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49E42-D693-434B-B5DA-389C19789C3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82286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2BC01-7D76-8E01-8878-5D7B2170C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2EB47-7B61-2460-C5DD-27652C6D9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EDE1C-B3E6-E732-7F98-2DBCE217B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085E6-75C5-42CD-8DB5-B7823F7810DA}" type="datetimeFigureOut">
              <a:rPr lang="en-ID" smtClean="0"/>
              <a:t>05/03/2026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CD263-AF55-4D67-B09F-E02E2976D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C1B31-125D-9F0A-E0AA-56CDC533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49E42-D693-434B-B5DA-389C19789C3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78990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2E8CA-81D8-00E1-57BA-F753D6C98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A04E56-D6E4-574A-20AA-ADE17CB53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E4ABA-9CC2-D64E-E626-CA61BFAC3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085E6-75C5-42CD-8DB5-B7823F7810DA}" type="datetimeFigureOut">
              <a:rPr lang="en-ID" smtClean="0"/>
              <a:t>05/03/2026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CD8EB-FFF8-3DC1-7235-5288178F7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5A1CC-2E5C-544C-CCC2-0648FE039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49E42-D693-434B-B5DA-389C19789C3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04798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EBFC5-52D8-28AE-78AD-134C87ED1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6A27F-1F32-E954-F385-208BCBB2A7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BD7530-B951-8F10-06D7-819F39733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E8F015-9E00-9FD8-3634-3B0F39ABA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085E6-75C5-42CD-8DB5-B7823F7810DA}" type="datetimeFigureOut">
              <a:rPr lang="en-ID" smtClean="0"/>
              <a:t>05/03/2026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CE5C5E-CF68-9CEB-7F8B-FC85423CD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83D522-451D-C033-5580-4A49B56C5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49E42-D693-434B-B5DA-389C19789C3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58135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E55B3-866B-C193-00A8-DB685D3FB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5018CE-9408-435E-9F39-92A303AE2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1BB535-A370-FB67-90FD-FF041B568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CD5BAF-CB05-6970-1CC4-B500EF6536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9EA2CA-311B-9C4A-A337-34D699A104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0CCF53-27CA-6E0D-5B2C-CC4CF0244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085E6-75C5-42CD-8DB5-B7823F7810DA}" type="datetimeFigureOut">
              <a:rPr lang="en-ID" smtClean="0"/>
              <a:t>05/03/2026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1984E4-B441-5971-2DC0-A4B41CB17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562252-1A4F-6E0B-31B6-8ADC89813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49E42-D693-434B-B5DA-389C19789C3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48800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3F25D-35A6-1458-1227-63193E352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8EA799-DC00-AD3A-EF31-5E5FD17EA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085E6-75C5-42CD-8DB5-B7823F7810DA}" type="datetimeFigureOut">
              <a:rPr lang="en-ID" smtClean="0"/>
              <a:t>05/03/2026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4B44C9-12D0-1A0A-905E-9BA4D2D35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74A5D1-1DA6-54AD-F809-9C5FCF6E1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49E42-D693-434B-B5DA-389C19789C3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13382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BE267F-ABD4-96C0-AC7B-32035C7BA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085E6-75C5-42CD-8DB5-B7823F7810DA}" type="datetimeFigureOut">
              <a:rPr lang="en-ID" smtClean="0"/>
              <a:t>05/03/2026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AD45C0-96E5-E6AF-C6BB-B3A815D10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4976AA-1926-198A-3200-9C94972CF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49E42-D693-434B-B5DA-389C19789C3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02930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243DE-6901-2942-0E45-D640E4CD6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AAAD1-2CE7-7BA8-D2FE-2B827A37F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1F1D55-1DFE-6CC4-D099-6F1AE16CB8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F8543B-F900-6CBB-C768-DC95BC654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085E6-75C5-42CD-8DB5-B7823F7810DA}" type="datetimeFigureOut">
              <a:rPr lang="en-ID" smtClean="0"/>
              <a:t>05/03/2026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7A042F-8940-FE44-D5FE-AEEAFDEE6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749D3E-8AC3-86B1-DAB8-5ED8BA951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49E42-D693-434B-B5DA-389C19789C3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61367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CEA2D-C0FA-EDB0-6404-A4F8EBD5F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6B9D72-54C5-DE51-93A0-ABBFF07E7E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446A44-9E7C-6CD0-87A7-016D87C23C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D1AC02-6961-BCFD-BC7E-020F03DE8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085E6-75C5-42CD-8DB5-B7823F7810DA}" type="datetimeFigureOut">
              <a:rPr lang="en-ID" smtClean="0"/>
              <a:t>05/03/2026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738BE-EAB6-056C-71E6-414450545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656138-C182-B67B-4AC2-CE65AF9B9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49E42-D693-434B-B5DA-389C19789C3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7319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A1F8B-07FD-9542-B5CB-26666D244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AFB2BF-B8C6-133C-03DA-D9386C600D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69B8D-8B8A-DB77-BCF0-4B40A5485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085E6-75C5-42CD-8DB5-B7823F7810DA}" type="datetimeFigureOut">
              <a:rPr lang="en-ID" smtClean="0"/>
              <a:t>05/03/2026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27FD0-C181-F923-A3E0-C865EE161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D697D-17E5-AC68-AE7B-92CA258F8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49E42-D693-434B-B5DA-389C19789C3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43329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12217A-2406-F5AB-32C9-442FBBA159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27C6BC-139D-62FD-44FE-226622BBC0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CAAE0-7ED3-9524-E59A-93688E7DD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085E6-75C5-42CD-8DB5-B7823F7810DA}" type="datetimeFigureOut">
              <a:rPr lang="en-ID" smtClean="0"/>
              <a:t>05/03/2026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02F98-1ACF-0941-8359-29AC8DC42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B8D86-A043-ED84-0F46-906A5C8A6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49E42-D693-434B-B5DA-389C19789C3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20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F1CD7-CB9C-0A7B-E641-5B9AF7D38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AF45F0-C91E-1F30-D1AD-A54D7DC07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1054F-D6DA-9ACE-7911-AF615649F0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E085E6-75C5-42CD-8DB5-B7823F7810DA}" type="datetimeFigureOut">
              <a:rPr lang="en-ID" smtClean="0"/>
              <a:t>05/03/2026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A1D234-132F-EED1-4314-411CC9DEF9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8B953-347B-4E30-AE76-60692B7A13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49E42-D693-434B-B5DA-389C19789C3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01049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Maula Irfani</dc:creator>
  <cp:lastModifiedBy>Maula Irfani</cp:lastModifiedBy>
  <cp:revision>1</cp:revision>
  <dcterms:created xsi:type="dcterms:W3CDTF">2026-03-05T13:37:35Z</dcterms:created>
  <dcterms:modified xsi:type="dcterms:W3CDTF">2026-03-05T13:38:29Z</dcterms:modified>
</cp:coreProperties>
</file>